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67" d="100"/>
          <a:sy n="67" d="100"/>
        </p:scale>
        <p:origin x="14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505DA-2866-47DD-BF2B-7B760D3E3E4E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23286-8E42-439C-AB4B-C5DE3F83C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27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23286-8E42-439C-AB4B-C5DE3F83C35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927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2AE1-8C37-877A-CCC0-B9350B74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9CE726-6782-CA10-7DDC-8D0F4A179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688228-0F01-C3C2-6C81-6770A672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912711-0306-56F1-DF13-FDBC312DD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23286-8E42-439C-AB4B-C5DE3F83C35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06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D63F-F6E3-BC2C-15D8-1B36B200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5A498C-DEA7-580D-F239-127F0905D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3CCCA3-9C5A-8EAC-FA55-8745F001B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B38E60-8B88-485C-B910-5590D60ED9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523286-8E42-439C-AB4B-C5DE3F83C35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343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357A6-8A9F-7BD6-1EDA-1B2DEF01B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1BAF3F-DD37-97FC-C694-EE1B3D7D6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49BDE0-A0F6-4A12-AF1C-68A6CA606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A4B377-4023-E2CB-4D81-57E114EF7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7D20EE-4F9A-1282-3A7C-FB44F511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79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9E0EA-D67E-50E3-6DD3-EACEA9C3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F2EED0-80E3-0317-BC1B-BDA05D88E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8BA39-D4E5-C152-47AD-6AECBD17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6A044-6245-4018-C77C-2F6FC88C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1FF63-EF60-50A5-55F1-2FE1E9D9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59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EA118A-0D65-A2F6-613E-D2FA88528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FAE2D7-6D92-54F0-BCD5-AB1C67D22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AD4AA3-3C25-1241-01DA-CAB13D48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08D9A9-5951-80F5-8FF1-D3963391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6E6D26-B985-E108-9618-31DBB177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18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C5FD3-317E-FBA9-B56B-12B5E5B0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2D4FB8-42DC-EE93-8164-C9316C703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450577-F167-8BB7-45F7-4D8172D6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BFC3B6-FF05-0801-F1FF-24471284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C86EA9-F06A-AC94-0A17-1517860C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75E0F0-2F96-2729-F3B1-81C2D7DE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766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23304-284E-7CE6-7CBA-3C807194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FD9D5B-B0BB-2855-9238-F13717A1F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3E3B79-7819-A594-E946-03F0E64EB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E3A766D-5C52-7BA1-57C5-853CDBB1B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250560-6FCE-7A12-B7DA-11FCB279D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B02BFA-B2D3-EF3D-9B1A-4071305F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71920D-56E0-A485-A22D-293ACFAC3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AB26E8B-8095-1C1D-61EF-D9942066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938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E66BDB-E64A-4DE7-3E72-2955AF80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631FE5-C260-C74C-2942-E8EDA6CE9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E588FC-6FAD-82F5-B9B9-C38D4B6B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775EB6-DCDB-B23E-FC29-2C4AC302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8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0C395E-4B95-5E6C-A19D-F392A615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C867AE-2C4C-7A56-0580-5695DF95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4ADB3-F0E3-9803-817F-1887868A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36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1F35C-FA0F-D9CE-6621-A892B80C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1811B-9850-0728-A895-A87929280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3C9122-C4D6-C1E9-F5AA-88E1DC2ED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57CF1-83D2-FA2E-7D2C-DFB56532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A1108-B9F8-4346-EE73-3771A44F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D3D79-EF52-2B0B-8F3C-4327C704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739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D3E50-9309-9CB8-C085-A275CA37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178366-7820-1A39-EE54-C451F1248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201BEE-5A2E-196F-302D-DB5BC203A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17F2F7-6B5D-F08E-9E7E-B133FDFC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28135B-8660-9CE3-FF23-6ACE968C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64811F-08E9-9891-2395-90209D78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85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9015E3-45E4-7408-E37A-0A61A268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080691-DFD0-4717-13C3-AAA7D205C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AFF25-EC7D-B8C6-8680-C370E552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5D30C4-CC5D-A4E4-6B3D-66A899067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128E77-35EF-1F31-78D5-86B1BA11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17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048633-A19F-D4FB-575E-AE84574351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83D384-375F-4AC5-41F3-9FCE29E25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598C85-F3FC-82FE-C7EE-D0BCA161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62CE7A-4BBE-D2AC-3154-E0964179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764C6-1129-5E70-5746-67FAB352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11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BEFC5C-FA3F-211B-A911-3A2B206A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7712A8-68EE-5F09-FF4D-9CA197385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1F79F-AE2C-9766-3161-FD9E645B7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4025C-722C-4810-B82C-04D473639057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3BEF62-AD76-B120-DB04-107252166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7D9222-0891-F55F-838F-00487B09B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3EC1D-2551-4126-921A-2629129F77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21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l.acm.org/doi/10.1145/3551349.3560429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D7A054-44C2-606F-45E7-D03446DCC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31040" cy="2387600"/>
          </a:xfrm>
        </p:spPr>
        <p:txBody>
          <a:bodyPr>
            <a:noAutofit/>
          </a:bodyPr>
          <a:lstStyle/>
          <a:p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GB" altLang="zh-CN" sz="4000" b="1">
                <a:latin typeface="Arial" panose="020B0604020202020204" pitchFamily="34" charset="0"/>
                <a:cs typeface="Arial" panose="020B0604020202020204" pitchFamily="34" charset="0"/>
              </a:rPr>
              <a:t>ASE 22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Effectively Generating Vulnerable Transaction Sequences in Smart Contracts with Reinforcement Learning-guided Fuzzing</a:t>
            </a:r>
            <a:endParaRPr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D8A2E9-B87C-C15B-0176-090686F80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904" y="3509963"/>
            <a:ext cx="11026775" cy="1655762"/>
          </a:xfrm>
        </p:spPr>
        <p:txBody>
          <a:bodyPr/>
          <a:lstStyle/>
          <a:p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Jianzhong Su, Hong-Ning Dai, </a:t>
            </a:r>
            <a:r>
              <a:rPr lang="en-GB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Lingjun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 Zhao, Zibin Zheng, </a:t>
            </a:r>
            <a:r>
              <a:rPr lang="en-GB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Xiapu</a:t>
            </a:r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 Luo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2">
            <a:hlinkClick r:id="rId2" tooltip="Hong-Ning Dai"/>
            <a:extLst>
              <a:ext uri="{FF2B5EF4-FFF2-40B4-BE49-F238E27FC236}">
                <a16:creationId xmlns:a16="http://schemas.microsoft.com/office/drawing/2014/main" id="{2F896D91-D271-1177-1D33-046E661AEE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582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3">
            <a:hlinkClick r:id="rId2" tooltip="Lingjun Zhao"/>
            <a:extLst>
              <a:ext uri="{FF2B5EF4-FFF2-40B4-BE49-F238E27FC236}">
                <a16:creationId xmlns:a16="http://schemas.microsoft.com/office/drawing/2014/main" id="{B421097E-A775-6382-544F-E3873893A9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87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4">
            <a:hlinkClick r:id="rId2" tooltip="Zibin Zheng"/>
            <a:extLst>
              <a:ext uri="{FF2B5EF4-FFF2-40B4-BE49-F238E27FC236}">
                <a16:creationId xmlns:a16="http://schemas.microsoft.com/office/drawing/2014/main" id="{03AD3903-60BD-0B5C-329A-3BF510F494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9248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5">
            <a:hlinkClick r:id="rId2" tooltip="Xiapu Luo"/>
            <a:extLst>
              <a:ext uri="{FF2B5EF4-FFF2-40B4-BE49-F238E27FC236}">
                <a16:creationId xmlns:a16="http://schemas.microsoft.com/office/drawing/2014/main" id="{AD7DE560-7416-9488-8609-666C67FD4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29138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3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07049-EE1F-0B88-2E72-689EF8F9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1D31B70-E672-D166-FD57-B2E063175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5619"/>
            <a:ext cx="12192000" cy="34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406B6-AD2E-C88C-F188-A1DA7286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43DD7777-FC32-9458-0E9C-A99F11153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3698"/>
            <a:ext cx="12192000" cy="287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4DEF-805B-741A-8EBB-391DFEAF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041C4A4D-DADE-18BC-978A-BD77D11CF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678" y="0"/>
            <a:ext cx="97886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5B48-F556-78BF-0ABD-46F4050D0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D682D14D-B521-E4CB-F7B2-D489F2282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0" y="0"/>
            <a:ext cx="11939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81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3C67-253F-40C8-B23A-82AF1106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78CFE964-D458-1C1D-AEB4-70CF1DA3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338" y="0"/>
            <a:ext cx="9539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31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E549E-C822-1222-3026-B7388096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00D16DE1-3907-24CC-22BB-E29A7E9C2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5" y="0"/>
            <a:ext cx="11616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9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E6AE-910E-2F68-FF55-D92F4724D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9140D014-2B78-4B61-D6A0-E921A4C20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9" y="0"/>
            <a:ext cx="12020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9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44C1F-DD8C-870D-2368-7210B707F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表格&#10;&#10;AI 生成的内容可能不正确。">
            <a:extLst>
              <a:ext uri="{FF2B5EF4-FFF2-40B4-BE49-F238E27FC236}">
                <a16:creationId xmlns:a16="http://schemas.microsoft.com/office/drawing/2014/main" id="{5D1ADA25-26F0-5682-CEFC-DD453E4E7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73" y="0"/>
            <a:ext cx="9105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27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B271-8B22-00A4-D15E-D6824A72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168B3C85-F880-889E-7598-D078B5F3E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9636"/>
            <a:ext cx="12192000" cy="297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11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98F5-4046-90E2-4F9F-EEDC07D53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012B41AE-45F2-FD89-71E4-E586C9E2D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08" y="0"/>
            <a:ext cx="9869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93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C6142-BA81-872A-B0E0-E97280487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92F98AC4-8D1A-CAA3-E383-335F52B3A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99"/>
            <a:ext cx="12192000" cy="676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76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CF6EE-E79B-6424-3D40-6DD45A2B6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35A28EAD-8739-8CA8-E40D-62AFC919F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53"/>
            <a:ext cx="12192000" cy="680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66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D952-5507-F501-D333-CBAD0F1F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条形图&#10;&#10;AI 生成的内容可能不正确。">
            <a:extLst>
              <a:ext uri="{FF2B5EF4-FFF2-40B4-BE49-F238E27FC236}">
                <a16:creationId xmlns:a16="http://schemas.microsoft.com/office/drawing/2014/main" id="{43DB5FDF-7D2B-FB3C-01B8-291BB6F5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43"/>
            <a:ext cx="12192000" cy="662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3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DDB6C-D08C-0393-9954-409943CE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5C26C2E1-9805-90D8-4A24-89B4F32DD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2750"/>
            <a:ext cx="12192000" cy="60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975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314F-1E5B-9D49-7E88-1C6B27C7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表格&#10;&#10;AI 生成的内容可能不正确。">
            <a:extLst>
              <a:ext uri="{FF2B5EF4-FFF2-40B4-BE49-F238E27FC236}">
                <a16:creationId xmlns:a16="http://schemas.microsoft.com/office/drawing/2014/main" id="{D8C30903-C6FA-FEB2-791D-4C975E8FB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42" y="0"/>
            <a:ext cx="102329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25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75EF-5E7A-4241-5461-79904E96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文本, 信件&#10;&#10;AI 生成的内容可能不正确。">
            <a:extLst>
              <a:ext uri="{FF2B5EF4-FFF2-40B4-BE49-F238E27FC236}">
                <a16:creationId xmlns:a16="http://schemas.microsoft.com/office/drawing/2014/main" id="{C8FB82B5-23F2-5F15-F95E-52FF1EC9C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6207"/>
            <a:ext cx="12192000" cy="312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710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33</Words>
  <Application>Microsoft Office PowerPoint</Application>
  <PresentationFormat>宽屏</PresentationFormat>
  <Paragraphs>5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等线 Light</vt:lpstr>
      <vt:lpstr>Arial</vt:lpstr>
      <vt:lpstr>Office 主题​​</vt:lpstr>
      <vt:lpstr>[ASE 22] Effectively Generating Vulnerable Transaction Sequences in Smart Contracts with Reinforcement Learning-guided Fuzzing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Zhengyang Zhu</dc:creator>
  <cp:lastModifiedBy>Zhengyang Zhu</cp:lastModifiedBy>
  <cp:revision>4</cp:revision>
  <dcterms:created xsi:type="dcterms:W3CDTF">2025-12-28T09:59:27Z</dcterms:created>
  <dcterms:modified xsi:type="dcterms:W3CDTF">2025-12-30T08:10:00Z</dcterms:modified>
</cp:coreProperties>
</file>